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129"/>
            <a:ext cx="12192000" cy="425187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380780"/>
            <a:ext cx="2950220" cy="35718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52475" y="3476030"/>
            <a:ext cx="266447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spc="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Transformation for Micropropagation</a:t>
            </a:r>
            <a:endParaRPr lang="en-US" sz="975" dirty="0"/>
          </a:p>
        </p:txBody>
      </p:sp>
      <p:sp>
        <p:nvSpPr>
          <p:cNvPr id="6" name="Text 1"/>
          <p:cNvSpPr txBox="1"/>
          <p:nvPr/>
        </p:nvSpPr>
        <p:spPr>
          <a:xfrm>
            <a:off x="609600" y="3890367"/>
            <a:ext cx="7810500" cy="224373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4650" b="1" spc="-93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Lab to Greenhouse:</a:t>
            </a:r>
            <a:endParaRPr lang="en-US" sz="4650" dirty="0"/>
          </a:p>
          <a:p>
            <a:pPr algn="l" indent="0" marL="0">
              <a:lnSpc>
                <a:spcPts val="4650"/>
              </a:lnSpc>
              <a:buNone/>
            </a:pPr>
            <a:r>
              <a:rPr lang="en-US" sz="4650" b="1" spc="-93" kern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Plant Tissue Culture Management System</a:t>
            </a:r>
            <a:endParaRPr lang="en-US" sz="4650" dirty="0"/>
          </a:p>
        </p:txBody>
      </p:sp>
      <p:sp>
        <p:nvSpPr>
          <p:cNvPr id="7" name="Shape 2"/>
          <p:cNvSpPr/>
          <p:nvPr/>
        </p:nvSpPr>
        <p:spPr>
          <a:xfrm>
            <a:off x="609600" y="6286500"/>
            <a:ext cx="838200" cy="38100"/>
          </a:xfrm>
          <a:prstGeom prst="roundRect">
            <a:avLst>
              <a:gd name="adj" fmla="val 50000"/>
            </a:avLst>
          </a:prstGeom>
          <a:solidFill>
            <a:srgbClr val="1A969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Lab-to-Greenhouse-Intelligent-Plant-Tissue-Culture-Management-System</dc:title>
  <dc:subject>PptxGenJS Presentation</dc:subject>
  <dc:creator>PptxGenJS</dc:creator>
  <cp:lastModifiedBy>PptxGenJS</cp:lastModifiedBy>
  <cp:revision>1</cp:revision>
  <dcterms:created xsi:type="dcterms:W3CDTF">2026-08-26T17:44:23Z</dcterms:created>
  <dcterms:modified xsi:type="dcterms:W3CDTF">2026-08-26T17:44:23Z</dcterms:modified>
</cp:coreProperties>
</file>